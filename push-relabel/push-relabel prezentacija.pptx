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44"/>
    <p:restoredTop sz="94681"/>
  </p:normalViewPr>
  <p:slideViewPr>
    <p:cSldViewPr snapToGrid="0">
      <p:cViewPr varScale="1">
        <p:scale>
          <a:sx n="60" d="100"/>
          <a:sy n="60" d="100"/>
        </p:scale>
        <p:origin x="208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6F53C-1A0B-0687-1402-062F583CA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Push-Relabel </a:t>
            </a:r>
            <a:r>
              <a:rPr lang="mk-MK" dirty="0"/>
              <a:t>алгоритам за максимален проток</a:t>
            </a:r>
            <a:endParaRPr lang="en-M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F8681-3D07-068B-1EC4-7ACB7EEF3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mk-MK" dirty="0"/>
              <a:t>Ангела Тасовски</a:t>
            </a:r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376280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F780E-5E1C-8FB7-5354-2785E6129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Проблем со максимален проток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3E529-2E3A-09D7-AAE2-1A2FB9309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mk-MK" sz="2400" dirty="0"/>
              <a:t>Проблемот со максимален проток се состои во тоа да се најде најголема количина на проток која може да помине од </a:t>
            </a:r>
            <a:r>
              <a:rPr lang="en-GB" sz="2400" dirty="0"/>
              <a:t>source </a:t>
            </a:r>
            <a:r>
              <a:rPr lang="mk-MK" sz="2400" dirty="0"/>
              <a:t>темето до </a:t>
            </a:r>
            <a:r>
              <a:rPr lang="en-GB" sz="2400" dirty="0"/>
              <a:t>sink </a:t>
            </a:r>
            <a:r>
              <a:rPr lang="mk-MK" sz="2400" dirty="0"/>
              <a:t>темето во </a:t>
            </a:r>
            <a:r>
              <a:rPr lang="mk-MK" sz="2400" dirty="0" err="1"/>
              <a:t>граф</a:t>
            </a:r>
            <a:r>
              <a:rPr lang="mk-MK" sz="2400" dirty="0"/>
              <a:t> со </a:t>
            </a:r>
            <a:r>
              <a:rPr lang="en-GB" sz="2400" dirty="0"/>
              <a:t>n </a:t>
            </a:r>
            <a:r>
              <a:rPr lang="mk-MK" sz="2400" dirty="0" err="1"/>
              <a:t>темиња</a:t>
            </a:r>
            <a:r>
              <a:rPr lang="mk-MK" sz="2400" dirty="0"/>
              <a:t> и </a:t>
            </a:r>
            <a:r>
              <a:rPr lang="en-GB" sz="2400" dirty="0"/>
              <a:t>m </a:t>
            </a:r>
            <a:r>
              <a:rPr lang="mk-MK" sz="2400" dirty="0"/>
              <a:t>ребра. Секое ребро има капацитет кој е секогаш поголем или еднаков на нула. </a:t>
            </a:r>
            <a:r>
              <a:rPr lang="en-GB" sz="2400" dirty="0"/>
              <a:t>Push-Relabel </a:t>
            </a:r>
            <a:r>
              <a:rPr lang="mk-MK" sz="2400" dirty="0"/>
              <a:t>е еден од алгоритмите кои ја решаваат оваа задача и се разликува од класичните алгоритми како </a:t>
            </a:r>
            <a:r>
              <a:rPr lang="en-GB" sz="2400" dirty="0"/>
              <a:t>Edmonds-Karp </a:t>
            </a:r>
            <a:r>
              <a:rPr lang="mk-MK" sz="2400" dirty="0"/>
              <a:t>и </a:t>
            </a:r>
            <a:r>
              <a:rPr lang="en-GB" sz="2400" dirty="0" err="1"/>
              <a:t>Dinic</a:t>
            </a:r>
            <a:r>
              <a:rPr lang="en-GB" sz="2400" dirty="0"/>
              <a:t>.</a:t>
            </a:r>
            <a:endParaRPr lang="en-MK" sz="2400" dirty="0"/>
          </a:p>
        </p:txBody>
      </p:sp>
    </p:spTree>
    <p:extLst>
      <p:ext uri="{BB962C8B-B14F-4D97-AF65-F5344CB8AC3E}">
        <p14:creationId xmlns:p14="http://schemas.microsoft.com/office/powerpoint/2010/main" val="2920002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F68A-3CD7-B827-1532-C0A26514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Карактеристични функции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0BEBB-3CEE-C6BC-A698-85BF22698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65408"/>
            <a:ext cx="7729728" cy="3274619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push(</a:t>
            </a:r>
            <a:r>
              <a:rPr lang="en-GB" b="1" dirty="0" err="1"/>
              <a:t>u,v</a:t>
            </a:r>
            <a:r>
              <a:rPr lang="en-GB" b="1" dirty="0"/>
              <a:t>):</a:t>
            </a:r>
            <a:r>
              <a:rPr lang="en-GB" dirty="0"/>
              <a:t> </a:t>
            </a:r>
            <a:r>
              <a:rPr lang="mk-MK" dirty="0"/>
              <a:t>Пренесува проток од темето </a:t>
            </a:r>
            <a:r>
              <a:rPr lang="en-GB" sz="1600" dirty="0"/>
              <a:t>u</a:t>
            </a:r>
            <a:r>
              <a:rPr lang="en-GB" dirty="0"/>
              <a:t> </a:t>
            </a:r>
            <a:r>
              <a:rPr lang="mk-MK" dirty="0"/>
              <a:t>кон </a:t>
            </a:r>
            <a:r>
              <a:rPr lang="en-GB" sz="1600" dirty="0"/>
              <a:t>v</a:t>
            </a:r>
            <a:r>
              <a:rPr lang="en-GB" dirty="0"/>
              <a:t> </a:t>
            </a:r>
            <a:r>
              <a:rPr lang="mk-MK" dirty="0"/>
              <a:t>колку што дозволува капацитетот и </a:t>
            </a:r>
            <a:r>
              <a:rPr lang="en-GB" dirty="0"/>
              <a:t>excess </a:t>
            </a:r>
            <a:r>
              <a:rPr lang="mk-MK" dirty="0"/>
              <a:t>на </a:t>
            </a:r>
            <a:r>
              <a:rPr lang="en-GB" sz="1600" dirty="0"/>
              <a:t>u</a:t>
            </a:r>
            <a:r>
              <a:rPr lang="en-GB" dirty="0"/>
              <a:t>.</a:t>
            </a:r>
          </a:p>
          <a:p>
            <a:r>
              <a:rPr lang="en-GB" b="1" dirty="0"/>
              <a:t>relabel(u):</a:t>
            </a:r>
            <a:r>
              <a:rPr lang="en-GB" dirty="0"/>
              <a:t> </a:t>
            </a:r>
            <a:r>
              <a:rPr lang="mk-MK" dirty="0"/>
              <a:t>Ја зголемува висината на темето </a:t>
            </a:r>
            <a:r>
              <a:rPr lang="en-GB" sz="1600" dirty="0"/>
              <a:t>u</a:t>
            </a:r>
            <a:r>
              <a:rPr lang="en-GB" dirty="0"/>
              <a:t> </a:t>
            </a:r>
            <a:r>
              <a:rPr lang="mk-MK" dirty="0"/>
              <a:t>за 1 повеќе од минималната висина на неговите соседи со слободен капацитет.</a:t>
            </a:r>
          </a:p>
          <a:p>
            <a:r>
              <a:rPr lang="en-GB" b="1" dirty="0"/>
              <a:t>discharge(u):</a:t>
            </a:r>
            <a:r>
              <a:rPr lang="en-GB" dirty="0"/>
              <a:t> </a:t>
            </a:r>
            <a:r>
              <a:rPr lang="mk-MK" dirty="0"/>
              <a:t>Додека темето </a:t>
            </a:r>
            <a:r>
              <a:rPr lang="en-GB" sz="1600" dirty="0"/>
              <a:t>u</a:t>
            </a:r>
            <a:r>
              <a:rPr lang="en-GB" dirty="0"/>
              <a:t> </a:t>
            </a:r>
            <a:r>
              <a:rPr lang="mk-MK" dirty="0"/>
              <a:t>има проток, се обидува да го пренесе до соседите користејќи </a:t>
            </a:r>
            <a:r>
              <a:rPr lang="en-GB" dirty="0"/>
              <a:t>push; </a:t>
            </a:r>
            <a:r>
              <a:rPr lang="mk-MK" dirty="0"/>
              <a:t>ако не може, се аплицира </a:t>
            </a:r>
            <a:r>
              <a:rPr lang="en-GB" dirty="0"/>
              <a:t>relabel.</a:t>
            </a:r>
          </a:p>
          <a:p>
            <a:r>
              <a:rPr lang="en-GB" b="1" dirty="0"/>
              <a:t>Checkpoint/seen:</a:t>
            </a:r>
            <a:r>
              <a:rPr lang="en-GB" dirty="0"/>
              <a:t> </a:t>
            </a:r>
            <a:r>
              <a:rPr lang="mk-MK" dirty="0"/>
              <a:t>Чува до кој сосед сме стигнале за секое теме, за да знаеме каде да продолжиме со префрлување на протокот.</a:t>
            </a:r>
          </a:p>
          <a:p>
            <a:r>
              <a:rPr lang="en-GB" b="1" dirty="0" err="1"/>
              <a:t>max_flow</a:t>
            </a:r>
            <a:r>
              <a:rPr lang="en-GB" b="1" dirty="0"/>
              <a:t>(</a:t>
            </a:r>
            <a:r>
              <a:rPr lang="en-GB" b="1" dirty="0" err="1"/>
              <a:t>s,t</a:t>
            </a:r>
            <a:r>
              <a:rPr lang="en-GB" b="1" dirty="0"/>
              <a:t>):</a:t>
            </a:r>
            <a:r>
              <a:rPr lang="en-GB" dirty="0"/>
              <a:t> </a:t>
            </a:r>
            <a:r>
              <a:rPr lang="mk-MK" dirty="0"/>
              <a:t>Иницијализира, пушта проток од </a:t>
            </a:r>
            <a:r>
              <a:rPr lang="en-GB" dirty="0"/>
              <a:t>source </a:t>
            </a:r>
            <a:r>
              <a:rPr lang="mk-MK" dirty="0"/>
              <a:t>кон сите соседи, потоа </a:t>
            </a:r>
            <a:r>
              <a:rPr lang="en-GB" dirty="0"/>
              <a:t>discharge </a:t>
            </a:r>
            <a:r>
              <a:rPr lang="mk-MK" dirty="0"/>
              <a:t>за сите </a:t>
            </a:r>
            <a:r>
              <a:rPr lang="mk-MK" dirty="0" err="1"/>
              <a:t>темиња</a:t>
            </a:r>
            <a:r>
              <a:rPr lang="mk-MK" dirty="0"/>
              <a:t> со </a:t>
            </a:r>
            <a:r>
              <a:rPr lang="en-GB" dirty="0"/>
              <a:t>excess, </a:t>
            </a:r>
            <a:r>
              <a:rPr lang="mk-MK" dirty="0"/>
              <a:t>на крај собира протокот кон </a:t>
            </a:r>
            <a:r>
              <a:rPr lang="en-GB" dirty="0"/>
              <a:t>sink.</a:t>
            </a:r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2999637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F6F5C-A437-64D1-7235-FE6DFFBE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Иницијализација</a:t>
            </a:r>
            <a:endParaRPr lang="en-M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2373-96F7-2BC5-819F-9EBF9E943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mk-MK" sz="2400" dirty="0"/>
              <a:t>Иницијално, сите висини на </a:t>
            </a:r>
            <a:r>
              <a:rPr lang="mk-MK" sz="2400" dirty="0" err="1"/>
              <a:t>темињата</a:t>
            </a:r>
            <a:r>
              <a:rPr lang="mk-MK" sz="2400" dirty="0"/>
              <a:t> се 0, освен </a:t>
            </a:r>
            <a:r>
              <a:rPr lang="en-GB" sz="2400" dirty="0"/>
              <a:t>source </a:t>
            </a:r>
            <a:r>
              <a:rPr lang="mk-MK" sz="2400" dirty="0" err="1"/>
              <a:t>темињата</a:t>
            </a:r>
            <a:r>
              <a:rPr lang="mk-MK" sz="2400" dirty="0"/>
              <a:t> чија висина е еднаква на бројот на </a:t>
            </a:r>
            <a:r>
              <a:rPr lang="mk-MK" sz="2400" dirty="0" err="1"/>
              <a:t>темиња</a:t>
            </a:r>
            <a:r>
              <a:rPr lang="mk-MK" sz="2400" dirty="0"/>
              <a:t>. Протокот на изворот е поставен на </a:t>
            </a:r>
            <a:r>
              <a:rPr lang="en-GB" sz="2400" dirty="0"/>
              <a:t>INF, </a:t>
            </a:r>
            <a:r>
              <a:rPr lang="mk-MK" sz="2400" dirty="0"/>
              <a:t>додека на останатите </a:t>
            </a:r>
            <a:r>
              <a:rPr lang="mk-MK" sz="2400" dirty="0" err="1"/>
              <a:t>темиња</a:t>
            </a:r>
            <a:r>
              <a:rPr lang="mk-MK" sz="2400" dirty="0"/>
              <a:t> е 0, за да може веднаш да се пушти проток до сите соседни </a:t>
            </a:r>
            <a:r>
              <a:rPr lang="mk-MK" sz="2400" dirty="0" err="1"/>
              <a:t>темиња</a:t>
            </a:r>
            <a:r>
              <a:rPr lang="mk-MK" sz="2400" dirty="0"/>
              <a:t>. По првиот чекор, соседите на изворот имаат проток и висина 0.</a:t>
            </a:r>
            <a:endParaRPr lang="en-MK" sz="2400" dirty="0"/>
          </a:p>
        </p:txBody>
      </p:sp>
    </p:spTree>
    <p:extLst>
      <p:ext uri="{BB962C8B-B14F-4D97-AF65-F5344CB8AC3E}">
        <p14:creationId xmlns:p14="http://schemas.microsoft.com/office/powerpoint/2010/main" val="3854051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178A-4E23-80F6-5E7F-7BBF175F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k-MK" b="1" dirty="0"/>
              <a:t>Како работи алгоритамот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6AFB7-2A6C-B0F5-FE67-E68F176F9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mk-MK" sz="2400" dirty="0"/>
              <a:t>Овој алгоритам работи на принцип на висини: почнува со иницијализација на висини и проток, потоа соседите на </a:t>
            </a:r>
            <a:r>
              <a:rPr lang="en-GB" sz="2400" dirty="0"/>
              <a:t>source </a:t>
            </a:r>
            <a:r>
              <a:rPr lang="mk-MK" sz="2400" dirty="0"/>
              <a:t>добиваат </a:t>
            </a:r>
            <a:r>
              <a:rPr lang="en-GB" sz="2400" dirty="0" err="1"/>
              <a:t>protok</a:t>
            </a:r>
            <a:r>
              <a:rPr lang="en-GB" sz="2400" dirty="0"/>
              <a:t>. </a:t>
            </a:r>
            <a:r>
              <a:rPr lang="mk-MK" sz="2400" dirty="0"/>
              <a:t>За понатамошно пренесување, се применува </a:t>
            </a:r>
            <a:r>
              <a:rPr lang="en-GB" sz="2400" dirty="0"/>
              <a:t>relabel </a:t>
            </a:r>
            <a:r>
              <a:rPr lang="mk-MK" sz="2400" dirty="0"/>
              <a:t>за да се промени висината и да може да се </a:t>
            </a:r>
            <a:r>
              <a:rPr lang="en-GB" sz="2400" dirty="0"/>
              <a:t>push </a:t>
            </a:r>
            <a:r>
              <a:rPr lang="mk-MK" sz="2400" dirty="0"/>
              <a:t>протокот. </a:t>
            </a:r>
            <a:r>
              <a:rPr lang="en-GB" sz="2400" dirty="0"/>
              <a:t>Discharge </a:t>
            </a:r>
            <a:r>
              <a:rPr lang="mk-MK" sz="2400" dirty="0"/>
              <a:t>функцијата се повторува додека темето има проток, а </a:t>
            </a:r>
            <a:r>
              <a:rPr lang="en-GB" sz="2400" dirty="0"/>
              <a:t>checkpoint-</a:t>
            </a:r>
            <a:r>
              <a:rPr lang="mk-MK" sz="2400" dirty="0" err="1"/>
              <a:t>ите</a:t>
            </a:r>
            <a:r>
              <a:rPr lang="mk-MK" sz="2400" dirty="0"/>
              <a:t> го чуваат редот на соседи. На крај се собира максималниот проток и се печати резултатот.</a:t>
            </a:r>
            <a:endParaRPr lang="en-MK" sz="2400" dirty="0"/>
          </a:p>
        </p:txBody>
      </p:sp>
    </p:spTree>
    <p:extLst>
      <p:ext uri="{BB962C8B-B14F-4D97-AF65-F5344CB8AC3E}">
        <p14:creationId xmlns:p14="http://schemas.microsoft.com/office/powerpoint/2010/main" val="371700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ECBC-423F-927A-B2E2-571B550CE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b="1" dirty="0"/>
              <a:t>Споредба со </a:t>
            </a:r>
            <a:r>
              <a:rPr lang="en-GB" b="1" dirty="0" err="1"/>
              <a:t>Dinic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DF74B-C034-0C58-2B09-F7ECE1619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/>
              <a:t>Dinic</a:t>
            </a:r>
            <a:r>
              <a:rPr lang="en-GB" sz="2400" dirty="0"/>
              <a:t> </a:t>
            </a:r>
            <a:r>
              <a:rPr lang="mk-MK" sz="2400" dirty="0"/>
              <a:t>користи </a:t>
            </a:r>
            <a:r>
              <a:rPr lang="en-GB" sz="2400" dirty="0"/>
              <a:t>BFS </a:t>
            </a:r>
            <a:r>
              <a:rPr lang="mk-MK" sz="2400" dirty="0"/>
              <a:t>за да создаде </a:t>
            </a:r>
            <a:r>
              <a:rPr lang="en-GB" sz="2400" dirty="0"/>
              <a:t>level-graph </a:t>
            </a:r>
            <a:r>
              <a:rPr lang="mk-MK" sz="2400" dirty="0"/>
              <a:t>и </a:t>
            </a:r>
            <a:r>
              <a:rPr lang="en-GB" sz="2400" dirty="0"/>
              <a:t>DFS </a:t>
            </a:r>
            <a:r>
              <a:rPr lang="mk-MK" sz="2400" dirty="0"/>
              <a:t>за да најде блок патишта, што го прави ефикасен за густи </a:t>
            </a:r>
            <a:r>
              <a:rPr lang="mk-MK" sz="2400" dirty="0" err="1"/>
              <a:t>графови</a:t>
            </a:r>
            <a:r>
              <a:rPr lang="mk-MK" sz="2400" dirty="0"/>
              <a:t> со многу патишта. </a:t>
            </a:r>
            <a:r>
              <a:rPr lang="en-GB" sz="2400" dirty="0"/>
              <a:t>Push-Relabel, </a:t>
            </a:r>
            <a:r>
              <a:rPr lang="mk-MK" sz="2400" dirty="0"/>
              <a:t>пак, работи локално со </a:t>
            </a:r>
            <a:r>
              <a:rPr lang="mk-MK" sz="2400" dirty="0" err="1"/>
              <a:t>темиња</a:t>
            </a:r>
            <a:r>
              <a:rPr lang="mk-MK" sz="2400" dirty="0"/>
              <a:t> и нивниот </a:t>
            </a:r>
            <a:r>
              <a:rPr lang="en-GB" sz="2400" dirty="0"/>
              <a:t>excess </a:t>
            </a:r>
            <a:r>
              <a:rPr lang="mk-MK" sz="2400" dirty="0"/>
              <a:t>проток, користејќи </a:t>
            </a:r>
            <a:r>
              <a:rPr lang="en-GB" sz="2400" dirty="0"/>
              <a:t>Push </a:t>
            </a:r>
            <a:r>
              <a:rPr lang="mk-MK" sz="2400" dirty="0"/>
              <a:t>и </a:t>
            </a:r>
            <a:r>
              <a:rPr lang="en-GB" sz="2400" dirty="0"/>
              <a:t>Relabel </a:t>
            </a:r>
            <a:r>
              <a:rPr lang="mk-MK" sz="2400" dirty="0"/>
              <a:t>операции, што е поефикасно за големи и густи мрежи каде што локалните операции даваат предност.</a:t>
            </a:r>
            <a:endParaRPr lang="en-MK" sz="2400" dirty="0"/>
          </a:p>
        </p:txBody>
      </p:sp>
    </p:spTree>
    <p:extLst>
      <p:ext uri="{BB962C8B-B14F-4D97-AF65-F5344CB8AC3E}">
        <p14:creationId xmlns:p14="http://schemas.microsoft.com/office/powerpoint/2010/main" val="70450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CC0D1-FF1A-29D9-7F42-80BF861A7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Споредба со </a:t>
            </a:r>
            <a:r>
              <a:rPr lang="en-GB" dirty="0"/>
              <a:t>Edmonds-Karp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F7614-002E-97B6-BB6D-A9B58BF46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Edmonds-Karp </a:t>
            </a:r>
            <a:r>
              <a:rPr lang="mk-MK" sz="2400" dirty="0"/>
              <a:t>користи </a:t>
            </a:r>
            <a:r>
              <a:rPr lang="en-GB" sz="2400" dirty="0"/>
              <a:t>BFS </a:t>
            </a:r>
            <a:r>
              <a:rPr lang="mk-MK" sz="2400" dirty="0"/>
              <a:t>за најкратки </a:t>
            </a:r>
            <a:r>
              <a:rPr lang="en-GB" sz="2400" dirty="0"/>
              <a:t>augmenting paths </a:t>
            </a:r>
            <a:r>
              <a:rPr lang="mk-MK" sz="2400" dirty="0"/>
              <a:t>и го зголемува протокот по секое најкратко патување, што е добро за мали </a:t>
            </a:r>
            <a:r>
              <a:rPr lang="mk-MK" sz="2400" dirty="0" err="1"/>
              <a:t>графови</a:t>
            </a:r>
            <a:r>
              <a:rPr lang="mk-MK" sz="2400" dirty="0"/>
              <a:t>, но побавно за големи или густи. </a:t>
            </a:r>
            <a:r>
              <a:rPr lang="en-GB" sz="2400" dirty="0"/>
              <a:t>Push-Relabel </a:t>
            </a:r>
            <a:r>
              <a:rPr lang="mk-MK" sz="2400" dirty="0"/>
              <a:t>не бара патишта и работи локално, што овозможува побрза обработка кај големи </a:t>
            </a:r>
            <a:r>
              <a:rPr lang="mk-MK" sz="2400" dirty="0" err="1"/>
              <a:t>графови</a:t>
            </a:r>
            <a:r>
              <a:rPr lang="mk-MK" sz="2400" dirty="0"/>
              <a:t>, и покрај тоа што има теоретска сложеност </a:t>
            </a:r>
            <a:r>
              <a:rPr lang="en-GB" sz="2400" dirty="0"/>
              <a:t>O(V³).</a:t>
            </a:r>
            <a:endParaRPr lang="en-MK" sz="2400" dirty="0"/>
          </a:p>
        </p:txBody>
      </p:sp>
    </p:spTree>
    <p:extLst>
      <p:ext uri="{BB962C8B-B14F-4D97-AF65-F5344CB8AC3E}">
        <p14:creationId xmlns:p14="http://schemas.microsoft.com/office/powerpoint/2010/main" val="38477052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18</TotalTime>
  <Words>473</Words>
  <Application>Microsoft Macintosh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Parcel</vt:lpstr>
      <vt:lpstr>Push-Relabel алгоритам за максимален проток</vt:lpstr>
      <vt:lpstr>Проблем со максимален проток</vt:lpstr>
      <vt:lpstr>Карактеристични функции</vt:lpstr>
      <vt:lpstr>Иницијализација</vt:lpstr>
      <vt:lpstr>Како работи алгоритамот</vt:lpstr>
      <vt:lpstr>Споредба со Dinic</vt:lpstr>
      <vt:lpstr>Споредба со Edmonds-Karp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Angela Tasovski</dc:creator>
  <cp:lastModifiedBy>Angela Tasovski</cp:lastModifiedBy>
  <cp:revision>2</cp:revision>
  <dcterms:created xsi:type="dcterms:W3CDTF">2025-11-20T22:43:10Z</dcterms:created>
  <dcterms:modified xsi:type="dcterms:W3CDTF">2025-11-21T12:01:18Z</dcterms:modified>
</cp:coreProperties>
</file>